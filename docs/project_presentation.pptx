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Customer Complaint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Processing System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566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GenAI batch workflow for structured extraction, customer email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generation, and internal case summarization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Patna USDC — GenAI Development Program  |  Final Project (Project 1)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92640" y="548640"/>
            <a:ext cx="2011680" cy="2011680"/>
          </a:xfrm>
          <a:prstGeom prst="ellipse">
            <a:avLst/>
          </a:prstGeom>
          <a:solidFill>
            <a:srgbClr val="273579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4389120"/>
            <a:ext cx="1188720" cy="1188720"/>
          </a:xfrm>
          <a:prstGeom prst="ellipse">
            <a:avLst/>
          </a:prstGeom>
          <a:solidFill>
            <a:srgbClr val="27357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complaint handling doesn't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46704" cy="329184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9AA5C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7180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74720"/>
            <a:ext cx="27066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staff read every complaint document by hand to pull out customer details and the issue.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61104" y="1828800"/>
            <a:ext cx="3346704" cy="329184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9AA5C7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81144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81144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297180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3474720"/>
            <a:ext cx="27066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summarize the same complaint differently, and formatting varies across channels.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82128" y="1828800"/>
            <a:ext cx="3346704" cy="329184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9AA5C7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02168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02168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02168" y="297180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02168" y="3474720"/>
            <a:ext cx="27066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a reply email and an internal case note is done manually for every single case.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486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scenario: an AI Customer Complaint &amp; Case Processing System that reads complaint documents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folder and automates extraction, replies, and internal summaries.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focused AI steps, not one big prompt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46704" cy="3566160"/>
          </a:xfrm>
          <a:prstGeom prst="roundRect">
            <a:avLst>
              <a:gd name="adj" fmla="val 327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5C7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31720"/>
            <a:ext cx="2706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Extraction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00400"/>
            <a:ext cx="27066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the raw document and returns fixed fields (name, category, status...), validated with Pydantic.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005072" y="3200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61104" y="1737360"/>
            <a:ext cx="3346704" cy="3566160"/>
          </a:xfrm>
          <a:prstGeom prst="roundRect">
            <a:avLst>
              <a:gd name="adj" fmla="val 327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9AA5C7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81144" y="196596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2331720"/>
            <a:ext cx="2706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Email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3200400"/>
            <a:ext cx="27066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the validated data to draft a short, professional reply — no re-reading the raw text.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626096" y="3200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82128" y="1737360"/>
            <a:ext cx="3346704" cy="3566160"/>
          </a:xfrm>
          <a:prstGeom prst="roundRect">
            <a:avLst>
              <a:gd name="adj" fmla="val 327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9AA5C7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02168" y="196596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02168" y="2331720"/>
            <a:ext cx="2706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Case Summary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02168" y="3200400"/>
            <a:ext cx="27066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validated data produces a management-facing overview, key issue, and next action.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processed in parallel across the batch; the 3 steps within one document run sequentially.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data flow</a:t>
            </a:r>
            <a:endParaRPr lang="en-US" sz="2800" dirty="0"/>
          </a:p>
        </p:txBody>
      </p:sp>
      <p:pic>
        <p:nvPicPr>
          <p:cNvPr id="4" name="Image 0" descr="/home/claude/complaint-case-processor/doc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1417320"/>
            <a:ext cx="6675120" cy="5257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645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Flow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22199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07568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 folder holds .txt / .pdf / .docx complaint files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09067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294436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 extracts plain text from each format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95935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381304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document processed in its own thread (parallel)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8280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468172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→ Email → Summary run in sequence per doc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569671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" y="555040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Builder consolidates everything into one CSV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607040" cy="530352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6916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21992"/>
            <a:ext cx="10607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22199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22199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Chat Completions API (gpt-4o-mini by default)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752344"/>
            <a:ext cx="10607040" cy="530352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75234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75234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models (ComplaintCase, CaseSummary)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82696"/>
            <a:ext cx="10607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28269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28269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(PDF), python-docx (DOCX), built-in I/O (TXT)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13048"/>
            <a:ext cx="10607040" cy="530352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38130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81304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concurrent.futures.ThreadPoolExecutor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10607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3434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434340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→ final_report.csv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873752"/>
            <a:ext cx="10607040" cy="530352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48737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/ Secrets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48737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(.env file, never committed)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404104"/>
            <a:ext cx="10607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40410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540410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built-in logging module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BUILT THIS WAY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82296" cy="777240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6420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LLM calls per task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66420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3 steps has one clear job — easier to debug, test, and matches the workflow-orchestration requirement.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587752"/>
            <a:ext cx="82296" cy="777240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5603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validation, always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5603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LLM output is never saved directly; it must pass schema validation first.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483864"/>
            <a:ext cx="82296" cy="777240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45643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batch, sequential steps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45643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run concurrently; the 3 steps inside one document stay in order since 2 &amp; 3 depend on 1.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379976"/>
            <a:ext cx="82296" cy="777240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35254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LLM mode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4352544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MOCK_LLM=true tests the entire pipeline — files, errors, CSV — with zero API cost.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276088"/>
            <a:ext cx="82296" cy="777240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24865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Fail-soft batch processing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5248656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document is logged and skipped; it never stops the rest of the batch.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 — final_report.csv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2860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737360"/>
            <a:ext cx="1920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2608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737360"/>
            <a:ext cx="1920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1737360"/>
            <a:ext cx="14630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656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14630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92640" y="1737360"/>
            <a:ext cx="14630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9264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complaint_001.txt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26080" y="2194560"/>
            <a:ext cx="19202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92608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Rao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2194560"/>
            <a:ext cx="19202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4632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Quality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66560" y="2194560"/>
            <a:ext cx="14630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6656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0" y="2194560"/>
            <a:ext cx="14630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692640" y="2194560"/>
            <a:ext cx="14630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265176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complaint_002.pdf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926080" y="2651760"/>
            <a:ext cx="1920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92608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Kulkarni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46320" y="2651760"/>
            <a:ext cx="1920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84632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766560" y="2651760"/>
            <a:ext cx="1463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76656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229600" y="2651760"/>
            <a:ext cx="1463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2960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692640" y="2651760"/>
            <a:ext cx="1463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69264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3108960"/>
            <a:ext cx="228600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008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complaint_003.txt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926080" y="3108960"/>
            <a:ext cx="19202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2926080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Vikram Mehta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846320" y="3108960"/>
            <a:ext cx="19202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846320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Delivery/Refund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766560" y="3108960"/>
            <a:ext cx="14630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76656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229600" y="3108960"/>
            <a:ext cx="14630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22960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692640" y="3108960"/>
            <a:ext cx="14630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69264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40080" y="356616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4008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complaint_004.docx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926080" y="3566160"/>
            <a:ext cx="1920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2926080" y="3566160"/>
            <a:ext cx="19202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Deshmukh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4846320" y="3566160"/>
            <a:ext cx="1920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846320" y="3566160"/>
            <a:ext cx="19202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766560" y="3566160"/>
            <a:ext cx="1463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76656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8229600" y="3566160"/>
            <a:ext cx="1463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22960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9692640" y="3566160"/>
            <a:ext cx="1463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969264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640080" y="4023360"/>
            <a:ext cx="228600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64008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complaint_005.txt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2926080" y="4023360"/>
            <a:ext cx="19202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2926080" y="4023360"/>
            <a:ext cx="19202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Nair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4846320" y="4023360"/>
            <a:ext cx="19202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4846320" y="4023360"/>
            <a:ext cx="19202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6766560" y="4023360"/>
            <a:ext cx="14630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676656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8229600" y="4023360"/>
            <a:ext cx="14630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822960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9692640" y="4023360"/>
            <a:ext cx="14630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969264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150" dirty="0"/>
          </a:p>
        </p:txBody>
      </p:sp>
      <p:sp>
        <p:nvSpPr>
          <p:cNvPr id="76" name="Text 74"/>
          <p:cNvSpPr txBox="1"/>
          <p:nvPr/>
        </p:nvSpPr>
        <p:spPr>
          <a:xfrm>
            <a:off x="640080" y="4800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also produces: a structured JSON file, a drafted customer email, and an internal case summary.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HONEST ABOUT SCOPE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737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Handled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quality depends on the LLM and how clearly the source document is written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OCR — scanned, image-only PDFs are not supported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97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only, for both extraction and generated text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2860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fixed backoff on LLM failures, not an advanced rate-limit strategy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32918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batch tool — no web UI, database or authentication (out of scope for this assignment)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&amp; Questions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main.py   →   output/final_report.csv + per-case JSON / email / summary files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complaint-case-processor  |  README.md has full setup + design notes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92640" y="548640"/>
            <a:ext cx="2011680" cy="2011680"/>
          </a:xfrm>
          <a:prstGeom prst="ellipse">
            <a:avLst/>
          </a:prstGeom>
          <a:solidFill>
            <a:srgbClr val="27357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2026-09-06T05:09:34Z</dcterms:created>
  <dcterms:modified xsi:type="dcterms:W3CDTF">2026-09-06T05:09:34Z</dcterms:modified>
</cp:coreProperties>
</file>